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62" r:id="rId4"/>
    <p:sldId id="257" r:id="rId5"/>
    <p:sldId id="258" r:id="rId6"/>
    <p:sldId id="259" r:id="rId7"/>
    <p:sldId id="261" r:id="rId8"/>
    <p:sldId id="276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67" r:id="rId21"/>
    <p:sldId id="26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672C-13C1-4DD0-887E-541882CEF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B6C19-3B5B-4810-89E6-3CA1FE1A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75194-9308-4E75-AA49-EE04CCA1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A9774-C9AF-4152-95C5-12885080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AB0DF-63A7-4088-BFC7-65F8E787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600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147B-0076-43FD-9A8B-262B3EC1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D8765-35E7-4355-8216-94EA9CC22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56D0A-8C9C-4F1F-A574-2140DBC55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7D4F5-7FA5-4547-B994-06E4D922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406B3-B194-406C-A5D6-571E31BA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62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C915-DDA3-45C3-8CC1-C299D1DD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E56EE-7A6E-4787-8917-3984E84C3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1865-80AB-49A1-9AFE-4856D932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DB27D-F64F-4146-8B4C-E734895F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84EC7-971F-4C4A-8E27-CC579BC2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2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9E2A-02A8-4E63-A3E2-7CFABFAC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BEC3A-B6BF-4EE6-9337-B88044A00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5C34A-5426-45D3-B622-BDA475078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30F5C-6B00-4D42-8740-9BDA2A80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E2789-F3D1-470C-8F9F-8EFC0409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5673D-1585-4949-822D-FC0FE36A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78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2372-C360-4C2B-BEA9-EFE1E63F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3B03-B005-46FF-8B90-3A2E63E8D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38262-A9AD-4B5C-8F13-D3241D993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551D3-ADA4-4106-8AA3-964C87ADE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78517-6492-43F3-87A3-40297BEF6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BE393-187F-464D-8F87-B340231D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D77BB2-A17D-4035-A42F-2CDC20C3C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E69BE-5E4B-4949-A4CE-4ABDE4BB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40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7F75-53FA-42AB-B355-85F515E7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9CFB5-2661-48AF-97A3-74B67D91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82F0D-4798-40F4-8CB4-C8FC27CA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D00F3-E985-4D5C-A723-2AE8644F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68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6C9A2-0D45-4C60-97F1-761D5788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52657-6B99-43EA-A2F2-FD6932BA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52704-BB9F-4824-A531-0D132A83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72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058F6-A19C-4861-9DDB-925B6823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B7881-51DE-4BA8-AEF2-92CE0CF21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A6991-4219-4679-A74C-E98D67693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8471A-D2DE-4588-924D-AF678FA22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63E6C-0E8D-400E-9EDB-96D56DDA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D0DBA-7029-4413-94AB-AB991C56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87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A325-258C-4863-A8EE-46866CA0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99428B-B5ED-4DF0-8125-8CE644C629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B3D9A-53A4-4E93-9F3B-050BBCD78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19B38-D53D-4509-B81F-85442909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3D3AB-8A39-4029-A785-2119B35E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E4E1E-9C87-49AE-AAD5-5C0D4D08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53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158D-9B73-4CAE-8565-CE037638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75455-0322-4D7B-BD88-4ADBD9D13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744D6-7603-4EF0-8F45-7A095E3C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02241-B57B-47A5-BD96-FAFA8FF2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D9B00-EA5A-4ADB-A344-13267CF4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28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D79A4-57B9-48C7-85FF-6E43EBF23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057A1-A887-4AEF-A3A7-D6970FC90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D893-3481-46B2-B664-5BFD7494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5DF5-841C-45DB-9B27-9BEA66A0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0B96D-53D6-4C93-954F-F69F4581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6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BA42-F828-488A-B099-206689CE5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6867F-645C-4DB9-B953-96B9B14A9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1A1D8-0172-496A-95D9-AE3025045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8E48F-B6DA-4C0C-B84D-8206931B0B0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4032F-A432-4911-9C52-B7E72D6F2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554C7-1092-4245-A746-C8BD0AD6E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2472D-8E2C-472B-B081-17510EA4C8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44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A311-4174-4250-ACBE-ACE80BB0E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rmAutofit/>
          </a:bodyPr>
          <a:lstStyle/>
          <a:p>
            <a:r>
              <a:rPr lang="fa-IR" dirty="0"/>
              <a:t>برای دختر </a:t>
            </a:r>
            <a:r>
              <a:rPr lang="fa-IR" dirty="0" err="1"/>
              <a:t>کوچولویی</a:t>
            </a:r>
            <a:r>
              <a:rPr lang="fa-IR" dirty="0"/>
              <a:t> که خیلی از مواقع </a:t>
            </a:r>
            <a:r>
              <a:rPr lang="fa-IR" dirty="0" err="1"/>
              <a:t>خوبیاشو</a:t>
            </a:r>
            <a:r>
              <a:rPr lang="fa-IR" dirty="0"/>
              <a:t> یادش میره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BE426-D456-4B53-AE56-001DD9655E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944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3C8E-D138-4010-B355-4E7B86A57E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صادق و </a:t>
            </a:r>
            <a:r>
              <a:rPr lang="fa-IR" dirty="0" err="1"/>
              <a:t>راستگو</a:t>
            </a:r>
            <a:r>
              <a:rPr lang="fa-IR" dirty="0"/>
              <a:t> بودنش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1FA85-98A7-4046-850C-A5BA221B4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355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C88E2-8EE8-4491-951B-7C235E1607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حسود از همه لحاظ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6F5A2-8809-4248-8561-00B8ABBCE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31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7782-21AA-4B5E-AB2A-A71AD7022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err="1"/>
              <a:t>لپای</a:t>
            </a:r>
            <a:r>
              <a:rPr lang="fa-IR" dirty="0"/>
              <a:t> </a:t>
            </a:r>
            <a:r>
              <a:rPr lang="fa-IR" dirty="0" err="1"/>
              <a:t>قرمزش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429F8-211A-4F5E-AFB0-713EC7D4F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932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1641-9665-477C-A151-6BE28C288A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لبخند </a:t>
            </a:r>
            <a:r>
              <a:rPr lang="fa-IR" dirty="0" err="1"/>
              <a:t>قشنگش</a:t>
            </a:r>
            <a:r>
              <a:rPr lang="fa-IR" dirty="0"/>
              <a:t> خصوصا تو </a:t>
            </a:r>
            <a:r>
              <a:rPr lang="fa-IR" dirty="0" err="1"/>
              <a:t>زمستون</a:t>
            </a:r>
            <a:r>
              <a:rPr lang="fa-IR" dirty="0"/>
              <a:t> وسط </a:t>
            </a:r>
            <a:r>
              <a:rPr lang="fa-IR" dirty="0" err="1"/>
              <a:t>برفا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59B43-4EE1-4E2B-B42F-4223292F6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016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1641-9665-477C-A151-6BE28C288A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err="1"/>
              <a:t>شیطونی</a:t>
            </a:r>
            <a:r>
              <a:rPr lang="fa-IR" dirty="0"/>
              <a:t> و </a:t>
            </a:r>
            <a:r>
              <a:rPr lang="fa-IR" dirty="0" err="1"/>
              <a:t>منحرفی</a:t>
            </a:r>
            <a:r>
              <a:rPr lang="fa-IR" dirty="0"/>
              <a:t> بی انتها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59B43-4EE1-4E2B-B42F-4223292F6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1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2291-6FB8-40CE-8770-C216CA2133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err="1"/>
              <a:t>مازوخیسته</a:t>
            </a:r>
            <a:r>
              <a:rPr lang="fa-IR" dirty="0"/>
              <a:t> و </a:t>
            </a:r>
            <a:r>
              <a:rPr lang="fa-IR" dirty="0" err="1"/>
              <a:t>میذاشت</a:t>
            </a:r>
            <a:r>
              <a:rPr lang="fa-IR" dirty="0"/>
              <a:t> </a:t>
            </a:r>
            <a:r>
              <a:rPr lang="fa-IR" dirty="0" err="1"/>
              <a:t>اذیتت</a:t>
            </a:r>
            <a:r>
              <a:rPr lang="fa-IR" dirty="0"/>
              <a:t> کنم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A4055-3E7D-4D65-BFD6-201214EC8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82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6943-12B1-460D-8E8C-D78CAA9695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خوش </a:t>
            </a:r>
            <a:r>
              <a:rPr lang="fa-IR" dirty="0" err="1"/>
              <a:t>بوترین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24054-4136-4816-BEAD-B13F1129F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69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1AFB-E870-41C6-9053-C26093FB1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نقاش خوش سلیقه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14091-1995-4AAF-B373-A23D3AF39D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98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6FA5-23D7-4767-BE84-F21C02E8E3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پرحرف و </a:t>
            </a:r>
            <a:r>
              <a:rPr lang="fa-IR" dirty="0" err="1"/>
              <a:t>چسناله</a:t>
            </a:r>
            <a:r>
              <a:rPr lang="fa-IR" dirty="0"/>
              <a:t> کن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86FEF-C992-4E9A-8F32-13AFFECFE0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923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856D-95EE-47ED-B4CF-3F9C05183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err="1"/>
              <a:t>شکمو</a:t>
            </a:r>
            <a:r>
              <a:rPr lang="fa-IR" dirty="0"/>
              <a:t> همیشه منکر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1FAB8-F628-4F26-B5E5-9121E9003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54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214D-3437-4D09-A6B2-5812B9FB8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نگاه خیره ای که تموم حرفایی بهم نمیتونه بگه </a:t>
            </a:r>
            <a:r>
              <a:rPr lang="fa-IR" dirty="0" err="1"/>
              <a:t>توشون</a:t>
            </a:r>
            <a:r>
              <a:rPr lang="fa-IR" dirty="0"/>
              <a:t> قایم شده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7C937-7214-4D90-85A2-53AF3AF13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18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E515-A400-4DF6-840E-08A96EAB04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دل ساده و </a:t>
            </a:r>
            <a:r>
              <a:rPr lang="fa-IR" dirty="0" err="1"/>
              <a:t>خیلییی</a:t>
            </a:r>
            <a:r>
              <a:rPr lang="fa-IR" dirty="0"/>
              <a:t> </a:t>
            </a:r>
            <a:r>
              <a:rPr lang="fa-IR" dirty="0" err="1"/>
              <a:t>مهربون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CCB2F-8F65-4562-9EA4-21C2A6B49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78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609F-100C-4238-B105-FD363E16A8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err="1"/>
              <a:t>اهنگای</a:t>
            </a:r>
            <a:r>
              <a:rPr lang="fa-IR" dirty="0"/>
              <a:t> تو حموم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FDEF9-E6F6-4F9A-A830-7EF78E34FD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159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A5C1-071E-43B9-8C44-C414F1187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err="1"/>
              <a:t>هرجایی</a:t>
            </a:r>
            <a:r>
              <a:rPr lang="fa-IR" dirty="0"/>
              <a:t> باهاش خوش گذشته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6D9D2-5A31-419B-A827-110AA06C3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616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99C9-9927-40B3-8DFE-A8200B86E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اعتمادی که همیشه بهم داشت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93877-7240-4F81-875A-72DA4A53D4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584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C003-4637-4BD9-87C5-DEDC98244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تا بوده </a:t>
            </a:r>
            <a:r>
              <a:rPr lang="fa-IR" dirty="0" err="1"/>
              <a:t>ازم</a:t>
            </a:r>
            <a:r>
              <a:rPr lang="fa-IR" dirty="0"/>
              <a:t> کوتاه تر بوده و خواهد بود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AC408-BCBD-40AA-99E1-00BE00512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299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DAC80-C34F-49F7-8B3F-51B8CED4C6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خانم </a:t>
            </a:r>
            <a:r>
              <a:rPr lang="fa-IR" dirty="0" err="1"/>
              <a:t>بالغی</a:t>
            </a:r>
            <a:r>
              <a:rPr lang="fa-IR" dirty="0"/>
              <a:t> که بالغ نیست و ادا در میاره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EC453-6080-4B9C-ADCE-EC9438F21B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284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CBB6B-C99B-43DA-A1A6-5A1A80AB4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با وجود همه </a:t>
            </a:r>
            <a:r>
              <a:rPr lang="fa-IR" dirty="0" err="1"/>
              <a:t>ایرادام</a:t>
            </a:r>
            <a:r>
              <a:rPr lang="fa-IR" dirty="0"/>
              <a:t> بازم دوستم داشته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55615-E3C9-430B-81BB-174318B4A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70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BFBE-69DD-4290-A63C-1AEBE43AF0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err="1"/>
              <a:t>هرچقدم</a:t>
            </a:r>
            <a:r>
              <a:rPr lang="fa-IR" dirty="0"/>
              <a:t> سرد حرف بزنه دختر خوب منه و میمونه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2E937-35AF-4F9F-8262-4B6CD10EC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536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93B8-5069-4152-8B96-21E20E45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GB" dirty="0"/>
              <a:t>                              </a:t>
            </a:r>
            <a:r>
              <a:rPr lang="fa-IR" dirty="0"/>
              <a:t>1405.05.1</a:t>
            </a:r>
            <a:br>
              <a:rPr lang="fa-IR" dirty="0"/>
            </a:br>
            <a:r>
              <a:rPr lang="en-GB" dirty="0"/>
              <a:t>                             shayan</a:t>
            </a:r>
            <a:r>
              <a:rPr lang="en-GB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</a:t>
            </a:r>
            <a:r>
              <a:rPr lang="en-GB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44673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117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برای دختر کوچولویی که خیلی از مواقع خوبیاشو یادش میره</vt:lpstr>
      <vt:lpstr>صادق و راستگو بودنش</vt:lpstr>
      <vt:lpstr>حسود از همه لحاظ</vt:lpstr>
      <vt:lpstr>لپای قرمزش</vt:lpstr>
      <vt:lpstr>لبخند قشنگش خصوصا تو زمستون وسط برفا</vt:lpstr>
      <vt:lpstr>شیطونی و منحرفی بی انتها</vt:lpstr>
      <vt:lpstr>مازوخیسته و میذاشت اذیتت کنم</vt:lpstr>
      <vt:lpstr>خوش بوترین</vt:lpstr>
      <vt:lpstr>نقاش خوش سلیقه</vt:lpstr>
      <vt:lpstr>پرحرف و چسناله کن</vt:lpstr>
      <vt:lpstr>شکمو همیشه منکر</vt:lpstr>
      <vt:lpstr>نگاه خیره ای که تموم حرفایی بهم نمیتونه بگه توشون قایم شده</vt:lpstr>
      <vt:lpstr>دل ساده و خیلییی مهربون</vt:lpstr>
      <vt:lpstr>اهنگای تو حموم</vt:lpstr>
      <vt:lpstr>هرجایی باهاش خوش گذشته</vt:lpstr>
      <vt:lpstr>اعتمادی که همیشه بهم داشت</vt:lpstr>
      <vt:lpstr>تا بوده ازم کوتاه تر بوده و خواهد بود</vt:lpstr>
      <vt:lpstr>خانم بالغی که بالغ نیست و ادا در میاره</vt:lpstr>
      <vt:lpstr>با وجود همه ایرادام بازم دوستم داشته</vt:lpstr>
      <vt:lpstr>هرچقدم سرد حرف بزنه دختر خوب منه و میمونه</vt:lpstr>
      <vt:lpstr>                              1405.05.1                              shayanX19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هروقت قدر خوبیاتو ندونستی میتونی اینو بخونی</dc:title>
  <dc:creator>Shayan Alipanah</dc:creator>
  <cp:lastModifiedBy>Shayan Alipanah</cp:lastModifiedBy>
  <cp:revision>7</cp:revision>
  <dcterms:created xsi:type="dcterms:W3CDTF">2026-07-22T20:31:49Z</dcterms:created>
  <dcterms:modified xsi:type="dcterms:W3CDTF">2026-07-23T11:23:08Z</dcterms:modified>
</cp:coreProperties>
</file>