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5" r:id="rId3"/>
    <p:sldId id="262" r:id="rId4"/>
    <p:sldId id="257" r:id="rId5"/>
    <p:sldId id="258" r:id="rId6"/>
    <p:sldId id="259" r:id="rId7"/>
    <p:sldId id="261" r:id="rId8"/>
    <p:sldId id="276" r:id="rId9"/>
    <p:sldId id="263" r:id="rId10"/>
    <p:sldId id="264" r:id="rId11"/>
    <p:sldId id="265" r:id="rId12"/>
    <p:sldId id="266" r:id="rId13"/>
    <p:sldId id="268" r:id="rId14"/>
    <p:sldId id="269" r:id="rId15"/>
    <p:sldId id="270" r:id="rId16"/>
    <p:sldId id="271" r:id="rId17"/>
    <p:sldId id="272" r:id="rId18"/>
    <p:sldId id="274" r:id="rId19"/>
    <p:sldId id="273" r:id="rId20"/>
    <p:sldId id="267" r:id="rId21"/>
    <p:sldId id="26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0" autoAdjust="0"/>
    <p:restoredTop sz="94660"/>
  </p:normalViewPr>
  <p:slideViewPr>
    <p:cSldViewPr snapToGrid="0">
      <p:cViewPr varScale="1">
        <p:scale>
          <a:sx n="85" d="100"/>
          <a:sy n="85" d="100"/>
        </p:scale>
        <p:origin x="48" y="2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2672C-13C1-4DD0-887E-541882CEF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FB6C19-3B5B-4810-89E6-3CA1FE1A4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375194-9308-4E75-AA49-EE04CCA17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8E48F-B6DA-4C0C-B84D-8206931B0B0E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FA9774-C9AF-4152-95C5-128850805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AAB0DF-63A7-4088-BFC7-65F8E7874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D2472D-8E2C-472B-B081-17510EA4C8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16002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E147B-0076-43FD-9A8B-262B3EC1F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0D8765-35E7-4355-8216-94EA9CC22F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56D0A-8C9C-4F1F-A574-2140DBC55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8E48F-B6DA-4C0C-B84D-8206931B0B0E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C7D4F5-7FA5-4547-B994-06E4D9229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5406B3-B194-406C-A5D6-571E31BA3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D2472D-8E2C-472B-B081-17510EA4C8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8622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2C915-DDA3-45C3-8CC1-C299D1DD7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6E56EE-7A6E-4787-8917-3984E84C3B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341865-80AB-49A1-9AFE-4856D9329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8E48F-B6DA-4C0C-B84D-8206931B0B0E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EDB27D-F64F-4146-8B4C-E734895F08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84EC7-971F-4C4A-8E27-CC579BC25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D2472D-8E2C-472B-B081-17510EA4C8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127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9E2A-02A8-4E63-A3E2-7CFABFACA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CBEC3A-B6BF-4EE6-9337-B88044A00D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75C34A-5426-45D3-B622-BDA4750789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830F5C-6B00-4D42-8740-9BDA2A8009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8E48F-B6DA-4C0C-B84D-8206931B0B0E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1E2789-F3D1-470C-8F9F-8EFC0409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55673D-1585-4949-822D-FC0FE36A8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D2472D-8E2C-472B-B081-17510EA4C8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87838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42372-C360-4C2B-BEA9-EFE1E63F6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773B03-B005-46FF-8B90-3A2E63E8D3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138262-A9AD-4B5C-8F13-D3241D9936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E551D3-ADA4-4106-8AA3-964C87ADE3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478517-6492-43F3-87A3-40297BEF6C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ABE393-187F-464D-8F87-B340231D5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8E48F-B6DA-4C0C-B84D-8206931B0B0E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D77BB2-A17D-4035-A42F-2CDC20C3C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3E69BE-5E4B-4949-A4CE-4ABDE4BBB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D2472D-8E2C-472B-B081-17510EA4C8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6404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E7F75-53FA-42AB-B355-85F515E71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A9CFB5-2661-48AF-97A3-74B67D918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8E48F-B6DA-4C0C-B84D-8206931B0B0E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D82F0D-4798-40F4-8CB4-C8FC27CA0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8D00F3-E985-4D5C-A723-2AE8644F8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D2472D-8E2C-472B-B081-17510EA4C8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56830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56C9A2-0D45-4C60-97F1-761D57884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8E48F-B6DA-4C0C-B84D-8206931B0B0E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C52657-6B99-43EA-A2F2-FD6932BAC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752704-BB9F-4824-A531-0D132A832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D2472D-8E2C-472B-B081-17510EA4C8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87291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058F6-A19C-4861-9DDB-925B68238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5B7881-51DE-4BA8-AEF2-92CE0CF21D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A6991-4219-4679-A74C-E98D67693F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28471A-D2DE-4588-924D-AF678FA22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8E48F-B6DA-4C0C-B84D-8206931B0B0E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F63E6C-0E8D-400E-9EDB-96D56DDAD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7D0DBA-7029-4413-94AB-AB991C562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D2472D-8E2C-472B-B081-17510EA4C8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98716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BA325-258C-4863-A8EE-46866CA0A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99428B-B5ED-4DF0-8125-8CE644C629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4B3D9A-53A4-4E93-9F3B-050BBCD785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C19B38-D53D-4509-B81F-854429095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8E48F-B6DA-4C0C-B84D-8206931B0B0E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93D3AB-8A39-4029-A785-2119B35E9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5E4E1E-9C87-49AE-AAD5-5C0D4D084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D2472D-8E2C-472B-B081-17510EA4C8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9530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D158D-9B73-4CAE-8565-CE037638D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475455-0322-4D7B-BD88-4ADBD9D136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D744D6-7603-4EF0-8F45-7A095E3C8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8E48F-B6DA-4C0C-B84D-8206931B0B0E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202241-B57B-47A5-BD96-FAFA8FF2D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ED9B00-EA5A-4ADB-A344-13267CF42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D2472D-8E2C-472B-B081-17510EA4C8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4282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0D79A4-57B9-48C7-85FF-6E43EBF236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E057A1-A887-4AEF-A3A7-D6970FC905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D893-3481-46B2-B664-5BFD74944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8E48F-B6DA-4C0C-B84D-8206931B0B0E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555DF5-841C-45DB-9B27-9BEA66A03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80B96D-53D6-4C93-954F-F69F45811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D2472D-8E2C-472B-B081-17510EA4C8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369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A8BA42-F828-488A-B099-206689CE5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C6867F-645C-4DB9-B953-96B9B14A9A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71A1D8-0172-496A-95D9-AE30250452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78E48F-B6DA-4C0C-B84D-8206931B0B0E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64032F-A432-4911-9C52-B7E72D6F29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7554C7-1092-4245-A746-C8BD0AD6E6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D2472D-8E2C-472B-B081-17510EA4C8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44402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9A311-4174-4250-ACBE-ACE80BB0EB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a-IR" dirty="0" err="1"/>
              <a:t>هروقت</a:t>
            </a:r>
            <a:r>
              <a:rPr lang="fa-IR" dirty="0"/>
              <a:t> </a:t>
            </a:r>
            <a:r>
              <a:rPr lang="fa-IR" dirty="0" err="1"/>
              <a:t>خوبیاتو</a:t>
            </a:r>
            <a:r>
              <a:rPr lang="fa-IR" dirty="0"/>
              <a:t> فراموش کردی بدون همیشه هستم تا یادت بمونه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6BE426-D456-4B53-AE56-001DD9655E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9449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C3C8E-D138-4010-B355-4E7B86A57E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a-IR" dirty="0"/>
              <a:t>صادق و </a:t>
            </a:r>
            <a:r>
              <a:rPr lang="fa-IR" dirty="0" err="1"/>
              <a:t>راستگو</a:t>
            </a:r>
            <a:r>
              <a:rPr lang="fa-IR" dirty="0"/>
              <a:t> </a:t>
            </a:r>
            <a:r>
              <a:rPr lang="fa-IR" dirty="0" err="1"/>
              <a:t>بودنت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A1FA85-98A7-4046-850C-A5BA221B49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73556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C88E2-8EE8-4491-951B-7C235E1607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a-IR" dirty="0"/>
              <a:t>حسود از همه لحاظ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C6F5A2-8809-4248-8561-00B8ABBCEB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03147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77782-21AA-4B5E-AB2A-A71AD70228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a-IR" dirty="0" err="1"/>
              <a:t>لپای</a:t>
            </a:r>
            <a:r>
              <a:rPr lang="fa-IR" dirty="0"/>
              <a:t> </a:t>
            </a:r>
            <a:r>
              <a:rPr lang="fa-IR" dirty="0" err="1"/>
              <a:t>قرمزت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F429F8-211A-4F5E-AFB0-713EC7D4FE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89322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31641-9665-477C-A151-6BE28C288A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a-IR" dirty="0"/>
              <a:t>لبخند </a:t>
            </a:r>
            <a:r>
              <a:rPr lang="fa-IR" dirty="0" err="1"/>
              <a:t>قشنگت</a:t>
            </a:r>
            <a:r>
              <a:rPr lang="fa-IR" dirty="0"/>
              <a:t> خصوصا تو </a:t>
            </a:r>
            <a:r>
              <a:rPr lang="fa-IR" dirty="0" err="1"/>
              <a:t>زمستون</a:t>
            </a:r>
            <a:r>
              <a:rPr lang="fa-IR" dirty="0"/>
              <a:t> وسط </a:t>
            </a:r>
            <a:r>
              <a:rPr lang="fa-IR" dirty="0" err="1"/>
              <a:t>برفا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059B43-4EE1-4E2B-B42F-4223292F60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0169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31641-9665-477C-A151-6BE28C288A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a-IR" dirty="0" err="1"/>
              <a:t>شیطونی</a:t>
            </a:r>
            <a:r>
              <a:rPr lang="fa-IR" dirty="0"/>
              <a:t> و </a:t>
            </a:r>
            <a:r>
              <a:rPr lang="fa-IR" dirty="0" err="1"/>
              <a:t>منحرفی</a:t>
            </a:r>
            <a:r>
              <a:rPr lang="fa-IR" dirty="0"/>
              <a:t> بی انتها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059B43-4EE1-4E2B-B42F-4223292F60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016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92291-6FB8-40CE-8770-C216CA2133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a-IR" dirty="0" err="1"/>
              <a:t>مازوخیستی</a:t>
            </a:r>
            <a:r>
              <a:rPr lang="fa-IR" dirty="0"/>
              <a:t> و </a:t>
            </a:r>
            <a:r>
              <a:rPr lang="fa-IR" dirty="0" err="1"/>
              <a:t>میزاری</a:t>
            </a:r>
            <a:r>
              <a:rPr lang="fa-IR" dirty="0"/>
              <a:t> </a:t>
            </a:r>
            <a:r>
              <a:rPr lang="fa-IR" dirty="0" err="1"/>
              <a:t>اذیتت</a:t>
            </a:r>
            <a:r>
              <a:rPr lang="fa-IR" dirty="0"/>
              <a:t> کنم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AA4055-3E7D-4D65-BFD6-201214EC81F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98292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36943-12B1-460D-8E8C-D78CAA9695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a-IR" dirty="0"/>
              <a:t>خوش </a:t>
            </a:r>
            <a:r>
              <a:rPr lang="fa-IR" dirty="0" err="1"/>
              <a:t>بوترین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B24054-4136-4816-BEAD-B13F1129FCF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6697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21AFB-E870-41C6-9053-C26093FB17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a-IR" dirty="0"/>
              <a:t>نقاش خوش سلیقه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814091-1995-4AAF-B373-A23D3AF39D4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99879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E6FA5-23D7-4767-BE84-F21C02E8E3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a-IR" dirty="0"/>
              <a:t>پرحرف و </a:t>
            </a:r>
            <a:r>
              <a:rPr lang="fa-IR" dirty="0" err="1"/>
              <a:t>چسناله</a:t>
            </a:r>
            <a:r>
              <a:rPr lang="fa-IR" dirty="0"/>
              <a:t> کن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986FEF-C992-4E9A-8F32-13AFFECFE04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1923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9856D-95EE-47ED-B4CF-3F9C051833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a-IR" dirty="0" err="1"/>
              <a:t>شکمو</a:t>
            </a:r>
            <a:r>
              <a:rPr lang="fa-IR" dirty="0"/>
              <a:t> همیشه منکر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31FAB8-F628-4F26-B5E5-9121E9003C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85412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4214D-3437-4D09-A6B2-5812B9FB8C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a-IR" dirty="0"/>
              <a:t>نگاه خیره ای که تموم حرفایی بهم نمیتونی بگی </a:t>
            </a:r>
            <a:r>
              <a:rPr lang="fa-IR" dirty="0" err="1"/>
              <a:t>توشون</a:t>
            </a:r>
            <a:r>
              <a:rPr lang="fa-IR" dirty="0"/>
              <a:t> قایم شده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87C937-7214-4D90-85A2-53AF3AF139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181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4E515-A400-4DF6-840E-08A96EAB04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a-IR" dirty="0"/>
              <a:t>دل ساده و </a:t>
            </a:r>
            <a:r>
              <a:rPr lang="fa-IR" dirty="0" err="1"/>
              <a:t>خیلییی</a:t>
            </a:r>
            <a:r>
              <a:rPr lang="fa-IR" dirty="0"/>
              <a:t> </a:t>
            </a:r>
            <a:r>
              <a:rPr lang="fa-IR" dirty="0" err="1"/>
              <a:t>مهربون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2CCB2F-8F65-4562-9EA4-21C2A6B499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7892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9609F-100C-4238-B105-FD363E16A8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a-IR" dirty="0" err="1"/>
              <a:t>اهنگای</a:t>
            </a:r>
            <a:r>
              <a:rPr lang="fa-IR" dirty="0"/>
              <a:t> تو حموم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1FDEF9-E6F6-4F9A-A830-7EF78E34FD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91593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0A5C1-071E-43B9-8C44-C414F11876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a-IR" dirty="0" err="1"/>
              <a:t>هرجایی</a:t>
            </a:r>
            <a:r>
              <a:rPr lang="fa-IR" dirty="0"/>
              <a:t> باهات خوش گذشته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A6D9D2-5A31-419B-A827-110AA06C3D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56169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499C9-9927-40B3-8DFE-A8200B86E4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a-IR" dirty="0"/>
              <a:t>اعتمادی که همیشه بهم داری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A93877-7240-4F81-875A-72DA4A53D4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5847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1C003-4637-4BD9-87C5-DEDC98244F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a-IR" dirty="0"/>
              <a:t>تا بوده </a:t>
            </a:r>
            <a:r>
              <a:rPr lang="fa-IR" dirty="0" err="1"/>
              <a:t>ازم</a:t>
            </a:r>
            <a:r>
              <a:rPr lang="fa-IR" dirty="0"/>
              <a:t> کوتاه تر بودی و خواهی بود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9AC408-BCBD-40AA-99E1-00BE005120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22994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DAC80-C34F-49F7-8B3F-51B8CED4C61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a-IR" dirty="0"/>
              <a:t>خانم </a:t>
            </a:r>
            <a:r>
              <a:rPr lang="fa-IR" dirty="0" err="1"/>
              <a:t>بالغی</a:t>
            </a:r>
            <a:r>
              <a:rPr lang="fa-IR" dirty="0"/>
              <a:t> که بالغ نیست و ادا در میاره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3EC453-6080-4B9C-ADCE-EC9438F21B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52842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CBB6B-C99B-43DA-A1A6-5A1A80AB45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a-IR" dirty="0"/>
              <a:t>با وجود همه </a:t>
            </a:r>
            <a:r>
              <a:rPr lang="fa-IR" dirty="0" err="1"/>
              <a:t>ایرادام</a:t>
            </a:r>
            <a:r>
              <a:rPr lang="fa-IR" dirty="0"/>
              <a:t> بازم دوستم داری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655615-E3C9-430B-81BB-174318B4AF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67053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0BFBE-69DD-4290-A63C-1AEBE43AF0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a-IR" dirty="0"/>
              <a:t>دختر خوب منی و همیشه میمونی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22E937-35AF-4F9F-8262-4B6CD10EC72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5362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093B8-5069-4152-8B96-21E20E45E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GB" dirty="0"/>
              <a:t>                              </a:t>
            </a:r>
            <a:r>
              <a:rPr lang="fa-IR" dirty="0"/>
              <a:t>1405.05.1</a:t>
            </a:r>
            <a:br>
              <a:rPr lang="fa-IR" dirty="0"/>
            </a:br>
            <a:r>
              <a:rPr lang="en-GB" dirty="0"/>
              <a:t>                             shayan</a:t>
            </a:r>
            <a:r>
              <a:rPr lang="en-GB" b="1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X</a:t>
            </a:r>
            <a:r>
              <a:rPr lang="en-GB" dirty="0"/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4467354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114</Words>
  <Application>Microsoft Office PowerPoint</Application>
  <PresentationFormat>Widescreen</PresentationFormat>
  <Paragraphs>21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 Theme</vt:lpstr>
      <vt:lpstr>هروقت خوبیاتو فراموش کردی بدون همیشه هستم تا یادت بمونه</vt:lpstr>
      <vt:lpstr>صادق و راستگو بودنت</vt:lpstr>
      <vt:lpstr>حسود از همه لحاظ</vt:lpstr>
      <vt:lpstr>لپای قرمزت</vt:lpstr>
      <vt:lpstr>لبخند قشنگت خصوصا تو زمستون وسط برفا</vt:lpstr>
      <vt:lpstr>شیطونی و منحرفی بی انتها</vt:lpstr>
      <vt:lpstr>مازوخیستی و میزاری اذیتت کنم</vt:lpstr>
      <vt:lpstr>خوش بوترین</vt:lpstr>
      <vt:lpstr>نقاش خوش سلیقه</vt:lpstr>
      <vt:lpstr>پرحرف و چسناله کن</vt:lpstr>
      <vt:lpstr>شکمو همیشه منکر</vt:lpstr>
      <vt:lpstr>نگاه خیره ای که تموم حرفایی بهم نمیتونی بگی توشون قایم شده</vt:lpstr>
      <vt:lpstr>دل ساده و خیلییی مهربون</vt:lpstr>
      <vt:lpstr>اهنگای تو حموم</vt:lpstr>
      <vt:lpstr>هرجایی باهات خوش گذشته</vt:lpstr>
      <vt:lpstr>اعتمادی که همیشه بهم داری</vt:lpstr>
      <vt:lpstr>تا بوده ازم کوتاه تر بودی و خواهی بود</vt:lpstr>
      <vt:lpstr>خانم بالغی که بالغ نیست و ادا در میاره</vt:lpstr>
      <vt:lpstr>با وجود همه ایرادام بازم دوستم داری</vt:lpstr>
      <vt:lpstr>دختر خوب منی و همیشه میمونی</vt:lpstr>
      <vt:lpstr>                              1405.05.1                              shayanX19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هروقت قدر خوبیاتو ندونستی میتونی اینو بخونی</dc:title>
  <dc:creator>Shayan Alipanah</dc:creator>
  <cp:lastModifiedBy>Shayan Alipanah</cp:lastModifiedBy>
  <cp:revision>4</cp:revision>
  <dcterms:created xsi:type="dcterms:W3CDTF">2026-07-22T20:31:49Z</dcterms:created>
  <dcterms:modified xsi:type="dcterms:W3CDTF">2026-07-22T21:44:02Z</dcterms:modified>
</cp:coreProperties>
</file>